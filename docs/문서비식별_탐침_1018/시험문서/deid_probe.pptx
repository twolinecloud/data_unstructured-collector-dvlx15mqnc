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 — 담당 박철수 02-3456-7890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문서 비식별 시험 문서 (pptx)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수용자 홍길동 (전화 010-1234-5678) 은 서울남부교정시설 에 수용 중이며 주소는 서울특별시 강남구 테헤란로 123 이다.</a:t>
            </a:r>
          </a:p>
          <a:p>
            <a:r>
              <a:t>보호자 김영희 의 연락처는 02-3456-7890 이고 주민등록번호는 900101-1234568 이다.</a:t>
            </a:r>
          </a:p>
          <a:p>
            <a:r>
              <a:t>환불 계좌는 110-234-567890 이며 담당자 이메일은 hong.gildong@example.com 이다.</a:t>
            </a:r>
          </a:p>
          <a:p>
            <a:r>
              <a:t>대조용 — 체크섬 틀린 번호 900101-1234567 · 하이픈 없는 번호 9001011234568.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 / 값분할 / 이름만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010-1234-5678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면회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김영희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박철수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도형 글상자 — 주소 서울특별시 강남구 테헤란로 123 / 계좌 110-234-567890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
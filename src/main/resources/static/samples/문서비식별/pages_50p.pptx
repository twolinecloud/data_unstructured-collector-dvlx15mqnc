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구조 시험 — 단순2열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수용자 홍길동 (전화 010-1234-5678) 은 서울남부교정시설 에 수용 중이며 주소는 서울특별시 강남구 테헤란로 123 이다. 주민등록번호는 900101-1234568 이고 환불 계좌는 110-234-567890 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3504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표 바로 뒤 문단 — 담당 홍길동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 — 단순2열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256032">
                <a:tc>
                  <a:txBody>
                    <a:bodyPr/>
                    <a:lstStyle/>
                    <a:p>
                      <a:r>
                        <a:t>성명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최민수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연락처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010-5555-6666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주민등록번호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880315-2468024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계좌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302-9876-543210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주소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부산광역시 해운대구 센텀중앙로 77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r>
                        <a:t>기관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부산교정시설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홍길동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